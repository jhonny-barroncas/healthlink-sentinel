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c281991034b2d" /><Relationship Type="http://schemas.openxmlformats.org/officeDocument/2006/relationships/extended-properties" Target="/docProps/app.xml" Id="Re6c5459479c74aa4" /><Relationship Type="http://schemas.openxmlformats.org/officeDocument/2006/relationships/officeDocument" Target="/ppt/presentation.xml" Id="R5ebd72de13ab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b70777d13243dd"/>
  </p:sldMasterIdLst>
  <p:notesMasterIdLst>
    <p:notesMasterId xmlns:r="http://schemas.openxmlformats.org/officeDocument/2006/relationships" r:id="R8eb175aec720499c"/>
  </p:notesMasterIdLst>
  <p:sldIdLst>
    <p:sldId xmlns:r="http://schemas.openxmlformats.org/officeDocument/2006/relationships" id="256" r:id="R8030c5c75b984e14"/>
    <p:sldId xmlns:r="http://schemas.openxmlformats.org/officeDocument/2006/relationships" id="257" r:id="Rd468788a12f548f5"/>
    <p:sldId xmlns:r="http://schemas.openxmlformats.org/officeDocument/2006/relationships" id="258" r:id="R5e5f40b4c18f4ebe"/>
    <p:sldId xmlns:r="http://schemas.openxmlformats.org/officeDocument/2006/relationships" id="259" r:id="R5dddf3f457d445bb"/>
    <p:sldId xmlns:r="http://schemas.openxmlformats.org/officeDocument/2006/relationships" id="260" r:id="Refc0114b6f4549c5"/>
    <p:sldId xmlns:r="http://schemas.openxmlformats.org/officeDocument/2006/relationships" id="261" r:id="R44b6554149674090"/>
    <p:sldId xmlns:r="http://schemas.openxmlformats.org/officeDocument/2006/relationships" id="262" r:id="Rff368f9adb854a0e"/>
    <p:sldId xmlns:r="http://schemas.openxmlformats.org/officeDocument/2006/relationships" id="263" r:id="Rf68f162a26414b6e"/>
    <p:sldId xmlns:r="http://schemas.openxmlformats.org/officeDocument/2006/relationships" id="264" r:id="Rdc77d59f37944801"/>
    <p:sldId xmlns:r="http://schemas.openxmlformats.org/officeDocument/2006/relationships" id="265" r:id="R54fd9b8dd3854f89"/>
    <p:sldId xmlns:r="http://schemas.openxmlformats.org/officeDocument/2006/relationships" id="266" r:id="R30f637200b924779"/>
    <p:sldId xmlns:r="http://schemas.openxmlformats.org/officeDocument/2006/relationships" id="267" r:id="R380b5e44c7b045fa"/>
    <p:sldId xmlns:r="http://schemas.openxmlformats.org/officeDocument/2006/relationships" id="268" r:id="R915d7644ea11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c98d5fce04364" /><Relationship Type="http://schemas.openxmlformats.org/officeDocument/2006/relationships/slideMaster" Target="/ppt/slideMasters/slideMaster1.xml" Id="R69b70777d13243dd" /><Relationship Type="http://schemas.openxmlformats.org/officeDocument/2006/relationships/notesMaster" Target="/ppt/notesMasters/notesMaster1.xml" Id="R8eb175aec720499c" /><Relationship Type="http://schemas.openxmlformats.org/officeDocument/2006/relationships/presProps" Target="/ppt/presProps.xml" Id="Ra7fb5549c01a411e" /><Relationship Type="http://schemas.openxmlformats.org/officeDocument/2006/relationships/tableStyles" Target="/ppt/tableStyles.xml" Id="R2b4f5a11275148a2" /><Relationship Type="http://schemas.openxmlformats.org/officeDocument/2006/relationships/slide" Target="/ppt/slides/slide1.xml" Id="R8030c5c75b984e14" /><Relationship Type="http://schemas.openxmlformats.org/officeDocument/2006/relationships/slide" Target="/ppt/slides/slide2.xml" Id="Rd468788a12f548f5" /><Relationship Type="http://schemas.openxmlformats.org/officeDocument/2006/relationships/slide" Target="/ppt/slides/slide3.xml" Id="R5e5f40b4c18f4ebe" /><Relationship Type="http://schemas.openxmlformats.org/officeDocument/2006/relationships/slide" Target="/ppt/slides/slide4.xml" Id="R5dddf3f457d445bb" /><Relationship Type="http://schemas.openxmlformats.org/officeDocument/2006/relationships/slide" Target="/ppt/slides/slide5.xml" Id="Refc0114b6f4549c5" /><Relationship Type="http://schemas.openxmlformats.org/officeDocument/2006/relationships/slide" Target="/ppt/slides/slide6.xml" Id="R44b6554149674090" /><Relationship Type="http://schemas.openxmlformats.org/officeDocument/2006/relationships/slide" Target="/ppt/slides/slide7.xml" Id="Rff368f9adb854a0e" /><Relationship Type="http://schemas.openxmlformats.org/officeDocument/2006/relationships/slide" Target="/ppt/slides/slide8.xml" Id="Rf68f162a26414b6e" /><Relationship Type="http://schemas.openxmlformats.org/officeDocument/2006/relationships/slide" Target="/ppt/slides/slide9.xml" Id="Rdc77d59f37944801" /><Relationship Type="http://schemas.openxmlformats.org/officeDocument/2006/relationships/slide" Target="/ppt/slides/slide10.xml" Id="R54fd9b8dd3854f89" /><Relationship Type="http://schemas.openxmlformats.org/officeDocument/2006/relationships/slide" Target="/ppt/slides/slide11.xml" Id="R30f637200b924779" /><Relationship Type="http://schemas.openxmlformats.org/officeDocument/2006/relationships/slide" Target="/ppt/slides/slide12.xml" Id="R380b5e44c7b045fa" /><Relationship Type="http://schemas.openxmlformats.org/officeDocument/2006/relationships/slide" Target="/ppt/slides/slide13.xml" Id="R915d7644ea11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4658134502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1195c145843ad" /><Relationship Type="http://schemas.openxmlformats.org/officeDocument/2006/relationships/notesMaster" Target="/ppt/notesMasters/notesMaster1.xml" Id="Rc3b9963920d543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8a70814534b4c" /><Relationship Type="http://schemas.openxmlformats.org/officeDocument/2006/relationships/notesMaster" Target="/ppt/notesMasters/notesMaster1.xml" Id="R3bb0a111c6ba40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1f6f4a6d44a5c" /><Relationship Type="http://schemas.openxmlformats.org/officeDocument/2006/relationships/notesMaster" Target="/ppt/notesMasters/notesMaster1.xml" Id="R3edbea1ff14547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68c8b9c674159" /><Relationship Type="http://schemas.openxmlformats.org/officeDocument/2006/relationships/notesMaster" Target="/ppt/notesMasters/notesMaster1.xml" Id="R74ec96b515b6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16002886744c6a" /><Relationship Type="http://schemas.openxmlformats.org/officeDocument/2006/relationships/notesMaster" Target="/ppt/notesMasters/notesMaster1.xml" Id="R0869ab936260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60de9716c4d18" /><Relationship Type="http://schemas.openxmlformats.org/officeDocument/2006/relationships/notesMaster" Target="/ppt/notesMasters/notesMaster1.xml" Id="Re1fe5f4c91f7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9457b1614d4e46" /><Relationship Type="http://schemas.openxmlformats.org/officeDocument/2006/relationships/notesMaster" Target="/ppt/notesMasters/notesMaster1.xml" Id="Ra136485d6c574d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a1e65cb2334b26" /><Relationship Type="http://schemas.openxmlformats.org/officeDocument/2006/relationships/notesMaster" Target="/ppt/notesMasters/notesMaster1.xml" Id="Reb5e7cf4b17944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9a37a0efc14d2a" /><Relationship Type="http://schemas.openxmlformats.org/officeDocument/2006/relationships/notesMaster" Target="/ppt/notesMasters/notesMaster1.xml" Id="R970fd4e2b09b47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c4053b569641b7" /><Relationship Type="http://schemas.openxmlformats.org/officeDocument/2006/relationships/notesMaster" Target="/ppt/notesMasters/notesMaster1.xml" Id="R667f7dfe229446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4fabbd04bd4485" /><Relationship Type="http://schemas.openxmlformats.org/officeDocument/2006/relationships/notesMaster" Target="/ppt/notesMasters/notesMaster1.xml" Id="R53617ff95abb4b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aad2b4c6ec4d37" /><Relationship Type="http://schemas.openxmlformats.org/officeDocument/2006/relationships/notesMaster" Target="/ppt/notesMasters/notesMaster1.xml" Id="R4c7c0281dde14b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4b779602204304" /><Relationship Type="http://schemas.openxmlformats.org/officeDocument/2006/relationships/notesMaster" Target="/ppt/notesMasters/notesMaster1.xml" Id="R987cc6ba00084f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4326ed021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d3a799ef14889" /><Relationship Type="http://schemas.openxmlformats.org/officeDocument/2006/relationships/slideLayout" Target="/ppt/slideLayouts/slideLayout1.xml" Id="R0320ed255569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0ed255569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6419a21b3448e" /><Relationship Type="http://schemas.openxmlformats.org/officeDocument/2006/relationships/notesSlide" Target="/ppt/notesSlides/notesSlide1.xml" Id="R52125dd12e9b42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c03adf0404f64" /><Relationship Type="http://schemas.openxmlformats.org/officeDocument/2006/relationships/image" Target="/ppt/media/image.jpeg" Id="R3a4a11216ab94ce3" /><Relationship Type="http://schemas.openxmlformats.org/officeDocument/2006/relationships/image" Target="/ppt/media/image2.jpeg" Id="Re0a24fc97ff54552" /><Relationship Type="http://schemas.openxmlformats.org/officeDocument/2006/relationships/notesSlide" Target="/ppt/notesSlides/notesSlide2.xml" Id="R59b2852f05d1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555f0f104cb7" /><Relationship Type="http://schemas.openxmlformats.org/officeDocument/2006/relationships/notesSlide" Target="/ppt/notesSlides/notesSlide3.xml" Id="Recce6a8c1afe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5109f56c84e7a" /><Relationship Type="http://schemas.openxmlformats.org/officeDocument/2006/relationships/image" Target="/ppt/media/image3.jpeg" Id="R838ff1e86f324043" /><Relationship Type="http://schemas.openxmlformats.org/officeDocument/2006/relationships/image" Target="/ppt/media/image4.jpeg" Id="R9e7d24d7e71d4b8d" /><Relationship Type="http://schemas.openxmlformats.org/officeDocument/2006/relationships/notesSlide" Target="/ppt/notesSlides/notesSlide4.xml" Id="Ra258a26e9eea42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8942b9814124" /><Relationship Type="http://schemas.openxmlformats.org/officeDocument/2006/relationships/notesSlide" Target="/ppt/notesSlides/notesSlide5.xml" Id="R4e2a921d8e6c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43dc0a9854497" /><Relationship Type="http://schemas.openxmlformats.org/officeDocument/2006/relationships/image" Target="/ppt/media/image5.jpeg" Id="R8fda39980b6940b6" /><Relationship Type="http://schemas.openxmlformats.org/officeDocument/2006/relationships/notesSlide" Target="/ppt/notesSlides/notesSlide6.xml" Id="R5d6c5e016c1c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491ce551240f1" /><Relationship Type="http://schemas.openxmlformats.org/officeDocument/2006/relationships/notesSlide" Target="/ppt/notesSlides/notesSlide7.xml" Id="R40def3a03e03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e60c9b4f4708" /><Relationship Type="http://schemas.openxmlformats.org/officeDocument/2006/relationships/notesSlide" Target="/ppt/notesSlides/notesSlide8.xml" Id="R8436c4ee86054c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bc3db9314063" /><Relationship Type="http://schemas.openxmlformats.org/officeDocument/2006/relationships/notesSlide" Target="/ppt/notesSlides/notesSlide9.xml" Id="Rd94453cc422649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9fe0411c54a7d" /><Relationship Type="http://schemas.openxmlformats.org/officeDocument/2006/relationships/notesSlide" Target="/ppt/notesSlides/notesSlide10.xml" Id="R5c1aa3a8617f44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1655b5d94623" /><Relationship Type="http://schemas.openxmlformats.org/officeDocument/2006/relationships/notesSlide" Target="/ppt/notesSlides/notesSlide11.xml" Id="R6e0e10b75a2a47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3bfeaa02d48d0" /><Relationship Type="http://schemas.openxmlformats.org/officeDocument/2006/relationships/notesSlide" Target="/ppt/notesSlides/notesSlide12.xml" Id="R1119e8ce4b4c40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08c0938fe479f" /><Relationship Type="http://schemas.openxmlformats.org/officeDocument/2006/relationships/notesSlide" Target="/ppt/notesSlides/notesSlide13.xml" Id="R753869c32fc844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96F49-1807-413A-9E82-C79748C9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AD941-5DE5-4574-B592-26624C2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4B1D6-03E9-4DB6-B718-C75257B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B"/>
                </a:solidFill>
              </a:defRPr>
            </a:pPr>
            <a:r>
              <a:rPr sz="4050" b="1">
                <a:solidFill>
                  <a:srgbClr val="F4F8FB"/>
                </a:solidFill>
              </a:rPr>
              <a:t>HEALTHLINK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41B8-9E18-498E-9628-B70A0FBB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9C6D8"/>
                </a:solidFill>
              </a:defRPr>
            </a:pPr>
            <a:r>
              <a:rPr sz="4050" b="1">
                <a:solidFill>
                  <a:srgbClr val="39C6D8"/>
                </a:solidFill>
              </a:rPr>
              <a:t>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A0801-FAAA-4C7F-BF5B-17927928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BAC7"/>
                </a:solidFill>
              </a:defRPr>
            </a:pPr>
            <a:r>
              <a:rPr sz="1800" b="0">
                <a:solidFill>
                  <a:srgbClr val="A8BAC7"/>
                </a:solidFill>
              </a:rPr>
              <a:t>Uma camada operacional para transformar telemetria em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12CB9-8B11-455C-AAE1-9EEC153A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572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7EAAD-140A-48F6-870F-770C127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38250"/>
            <a:ext cx="2381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DOIS MÓDULOS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647A4-C117-4C16-BCC0-74223AF6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D49A"/>
                </a:solidFill>
              </a:defRPr>
            </a:pPr>
            <a:r>
              <a:rPr sz="2550" b="1">
                <a:solidFill>
                  <a:srgbClr val="59D4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91535-A979-412E-B36C-D4DBFF1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Monitoramento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de infraestrutura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FE9D8-015E-4BA8-97E6-0B7E4C0A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609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04EE3-E229-4D10-B8A2-836DFDD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B95B"/>
                </a:solidFill>
              </a:defRPr>
            </a:pPr>
            <a:r>
              <a:rPr sz="2550" b="1">
                <a:solidFill>
                  <a:srgbClr val="F6B9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6B7B-84CF-4D01-AF4A-7923D5BE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7192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Links de unidades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móveis + suporte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D0ABC-98DF-428A-89F7-F2A8E3E2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AC7"/>
                </a:solidFill>
              </a:defRPr>
            </a:pPr>
            <a:r>
              <a:rPr sz="1125" b="0">
                <a:solidFill>
                  <a:srgbClr val="A8BAC7"/>
                </a:solidFill>
              </a:rPr>
              <a:t>Apresentação executiva  |  2026</a:t>
            </a:r>
          </a:p>
        </p:txBody>
      </p:sp>
    </p:spTree>
    <p:extLst>
      <p:ext uri="{BB962C8B-B14F-4D97-AF65-F5344CB8AC3E}">
        <p14:creationId xmlns:p14="http://schemas.microsoft.com/office/powerpoint/2010/main" val="1071257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71697-5838-43D5-A44F-31FAA791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 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925C6-1224-48EE-A625-A4798701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Zabbix coleta muito. A operação precisa entender rápido.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3FA9F-46D1-40BC-A741-50AE623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HealthLink Sentinel organiza o dado técnico no contexto da unidade, do link e da missão.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5F0E6-65C0-4A90-83A7-098801B6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01BE4-72D8-4987-A136-4A7947B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F09EF-0A00-4830-A474-A54EA2F9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existe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F4872-35B1-4161-A2BF-8AA6E14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Métricas, hosts, itens, triggers e eventos distribuídos em uma camada técnica.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A78F0-C942-443B-B824-53B450C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99054-963C-44C7-88BE-3B4C7F1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7959B-8BCF-4026-A11C-9A35B9A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falta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6CBE4-F7C4-40B0-BB4B-5819932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Contexto operacional: qual unidade está comprometida, por quê e qual ação vem agora.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90EC1-C6CF-4588-8FD3-1F7D717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3313-0228-4065-9D2D-DAA6720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AC6AF-AA99-462C-ABE3-4164E7B9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muda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E3E89-B54A-4FC8-B79E-F4B402EC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Uma visão executiva e operacional, com estado consolidado, mapa, alerta e histórico.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CF77E-41AF-4E61-87F3-02204E52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Zabbix permanece como motor de coleta. A inteligência operacional pertence ao HealthLink.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a11216ab94ce3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24fc97ff54552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E47C9-00AF-4618-9AFD-C1826C3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27E62-5AB7-460A-A863-B150EBC9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3853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537FE-37BF-4298-81F3-930B0720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POSICIONAMENTO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32558-8DC0-4D5F-89AB-83D7F8D4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HealthLink Sentinel é a camada de operação acima do Zabbix.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8D74-6C52-4971-8EA7-4C61D53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Preserva o investimento existente e acrescenta contexto, governança e fluidez para quem decide.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5560-541B-47D9-A404-950B5B95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0DEF7-5B53-4431-8D05-AE1E95C4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47FF9-CAE5-43F3-B678-4502939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A7A08-73AF-473E-9650-1D6C6FF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4287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FONTES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90B31-FF14-4326-8751-2CBA17A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Zabbix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MikroTik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3917-F451-41D3-8960-CBF43687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F020F-7305-4F6C-AFDD-E1340A27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HEALTHLINK</a:t>
            </a:r>
          </a:p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7194B-6751-40DA-BF7B-3818AE8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normaliza • correlaciona</a:t>
            </a:r>
          </a:p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projeta • audita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0DCDA-CA27-47B6-BCF7-791F4901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58534-46E2-442B-83C4-0D8A6B8C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524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6E1F-B79B-41AE-8ACE-CBDD96EF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NOC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Gestão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36513-B4C8-4BEF-ACAE-CBB04627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A integração é evolutiva: o motor existente continua; a experiência e a governança avançam.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F3F54-EACB-471F-BFCA-656AE9D8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520B-C0A0-4060-90BB-FD76AA68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0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6DC92-1F55-423F-9944-923690B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BCB8-7129-49A5-9BAD-D573FCD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Monitoramento de infraestrutura com contexto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EC7F4-D2D0-437D-B9DD-DB5BB2E7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consolidada para servidores, rede, VPN, equipamentos e disponibilidade das 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D1475-6486-403D-B383-5A3D8C2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5515-DC87-4B1B-9FDD-E2356ED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A8CC-16CB-4352-8D5D-0EF4D0B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Mapa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866C0-E479-4E32-97CB-C86A47B4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Brasil por estado, unidades e pior estado herdado entre equipamentos 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D0F17-FC1E-400B-9962-F2589B7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69758-E5F6-4870-80B8-538E9D3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63ECD-117A-4EE7-AE0D-97E01EBE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Central de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14AB7-B001-48CC-B589-7AB080D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Incidentes ativos, reconhecimento, severidade, histórico e ciclo de vida.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DAE9B-0D25-4225-AF58-01FFCC7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3BB41-8304-49CF-B57C-1F10A93D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8EF08-D038-4A2C-A978-76D0D5A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Integração governada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22D8B-D5E7-4865-A96F-CB0DF9C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Hosts autorizados, sugestões de vínculo, sincronização, saúde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2B89F-7581-40AC-A5AE-EC5BEA4E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O operador deixa de procurar “qual host falhou?” e passa a responder “qual unidade está em risco?”.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ff1e86f324043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24d7e71d4b8d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1562D-BED4-4EEF-98D5-D85C5CF3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8AE5B-10EF-4F5A-B97B-81FD776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0212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955BAD-F733-4322-ACF5-6BF81B61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9A8D9-86CC-40A6-8EA9-E65E632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Diferenciais sobre o Zabbix para 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7A7ED-D1FC-4D08-B67E-9079D06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valor está na tradução do evento técnico para uma decisão rastreável.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778A0-321A-4123-AF7F-7F8F46A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ZABBIX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E23D8-3083-4EE8-93E1-4FE0CD3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HEALTHLINK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23FCB-4C99-4BC9-B476-FCC61910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F7A1-AC0D-4341-AA3B-DB90620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C4163-06CC-4CDE-9D25-099D011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Host /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93F94-9CB1-4217-A6F7-14071C57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Unidade / equipamento / impacto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0A04D-3092-4C1C-87C6-3AB0709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4605-531C-41C0-A2B8-5FE3536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Visão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A6232-8E96-40D8-A5F6-99A555CD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Telas técnicas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95AE9-EC85-46FF-BB7C-A553646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Mapa + estado consolidado + detalhe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5D9-E375-4533-82A7-7A8D3F9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7971D-D329-4A26-8A00-FA53AA7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6B1FA-71B7-4A8A-9624-23096A38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Reconhecer problema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B2563-F7CF-461B-9E05-6A0E69F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Diagnosticar, registrar e acompanhar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7B956-9514-4369-8623-104E1B4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C93B8-60D7-466E-A845-1E3838CE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Governança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5A28-18BD-4732-98D3-13AD94D2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Configuração distribuída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99283-4CC2-4217-B38F-AD5A5A5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RBAC, multi-tenant, auditoria e histórico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9C8C0-CE12-4771-8520-8BEC2B71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73674-2C17-420D-922D-126C394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Confiabilidade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E1FF7-B235-449A-8882-E1CF680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Último valor disponível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E26CF-7CBA-4253-A95B-95830E4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Telemetria stale vira unknown; histórico preservado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5EDED-D005-474E-8E23-05C533E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E8EED-290E-481F-8302-C310BAC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A3511-8A2E-4EA5-A723-F213CA69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9895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D2C2E-1DB0-40BC-A8AF-C624B33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FB2B3-8132-4437-B3DE-BC5F25D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Gestão de links das unidades móveis + suporte.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33671-9738-4C1D-9B6B-D2AD619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específica para conectividade em campo: link, antena, caminho, agente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3E04-94FB-4027-8E8F-43469A7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979E-BF47-4D7B-90D0-459411F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6D0B3-7667-4A05-A245-79FB334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C8D99-E439-45AF-BABD-DA92C03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Plano contratado x tráfego atual; latência, perda e disponibilidade.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164F4-EB7C-4BA2-BA25-FDF53FE6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67948-AE88-449A-9F89-58BF0454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5DD99-4EC8-4C24-BEFE-3B823324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Unidade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CF8F5-8DA0-4EA9-9336-ECA6DAE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Starlink como fonte primária; MikroTik como caminho e interfaces.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C1118-BC14-4654-9034-3F903BAB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601A1-7071-4158-9DE2-C24E1DDE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DE42E-5BBD-4C2F-BCCF-045C553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3DF58-B3E0-497E-8215-384429FC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Diagnóstico de ping/tracert, origem da métrica e evidência para o chamado.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35915-6F2C-46A5-AFA6-33CE36E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19325" cy="2238375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4375E-6F61-46BC-A0DA-CA40AF7F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02E89-10BF-4704-92D4-432484FF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24125"/>
            <a:ext cx="1552575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Continuidade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8A6B8-74CB-44C3-8049-38969B07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62275"/>
            <a:ext cx="1762125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local, retry, envio idempotente e telemetria stale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46100-D06D-4A2C-A3B1-F8F71C31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A conectividade deixa de ser apenas “online/offline” e passa a ser gerenciável.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39980b6940b6"/>
          <a:srcRect xmlns:a="http://schemas.openxmlformats.org/drawingml/2006/main" l="0" t="43920" r="0" b="43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5D37C-C899-4FBE-8EBE-4B1EB671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293DA-03E7-4F73-9CC6-6F8BDAC8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8707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9D938-2BE5-4CF3-8C2B-222ECEAE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800F3-F3D5-40AF-98DD-131CA22F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Arquitetura híbrida para operar onde o servidor central não alcança.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96D0-0C67-4FD6-8ECD-EDABB4B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servidor local da unidade coleta, normaliza e entrega telemetria com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5A08A-ECF9-452F-84FF-CB80988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1E9FE-DF94-4CEC-B77E-115DC1D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F92E5-B4D1-4785-9DEA-D4C95CDA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6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273B8-E817-4DFE-A7FA-182A72B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06918-7DB2-4733-82FA-E282B2F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HEALTHLINK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API +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06AC-AF7E-4C39-932D-559D818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59D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526E2-25F1-40F0-AB48-119A4CB5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SERVIDOR LOCAL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agente +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6F149-6AEF-452A-9FAB-C7BE2A97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F6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79D97-2C58-4C96-B897-C3FDDCD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gRPC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B66DD-B092-457B-8025-6D698F01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DC8F3-C6D5-43DB-A0F5-35C8A6E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SNMP/API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EEE4C-1A7F-4E70-AE3E-F9BD3BB6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HTTPS/VPN autenticada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491EA-4559-4D27-9A9D-AC4CBC7B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23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LAN da 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10ACF-669B-4997-A970-8AD7064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952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opcional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45F75-CFDE-4169-854A-EBF63235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O frontend consulta apenas projeções da API — nunca acessa diretamente a rede da unidade.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8E9BA-DE12-40A7-B048-32D93D81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2FF02-2126-4F7A-A720-8491C7D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8124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89DC0-2EC7-4CB3-BB46-AB8E6CE9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CONFIABILIDADE E 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D8D89-5148-4AE5-AC37-09C2C20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sistema evita decisões baseadas em telemetria velha ou contexto incompleto.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37303-7471-4BFB-9C90-2C7F7AFE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As regras de confiança são parte do produto, não apenas da infraestrutura.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557A4-47F0-4C41-B906-65A4C658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3C7D3-B6C0-4728-86F9-12AD383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2E187-41C8-45FE-AC47-DA988F0C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 stale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F3CC1-71F3-4B72-8DFF-7259E1A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Após 30s sem amostra: estado unknown, indicadores atuais zerados e histórico preservado.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26555-415F-46E8-8B61-DAFE6CF3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E1756-3D5A-4B22-BB2A-F983B4D7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2AB1-1B96-459A-A954-4B00DE7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Fonte explícita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7E38A-C047-4AB3-B34A-C06A748D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Cada métrica preserva origem, timestamp e qualidade; campo ausente aparece como N/D.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A928E-7387-4B2D-8969-D4BAE521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4CCE7-0611-487C-B791-DA88EC3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4EEDC-678A-4DBB-B142-2E70818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Acesso controlado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73E5C-5883-4D39-9272-FC5C9D7F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Multi-tenant desde o MVP, RLS, RBAC, agente com identidade própria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02611-EADF-4BC2-989D-970A9FD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Resultado: menos “verde falso”, menos ambiguidade e mais confiança na 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478EA-523F-46F0-A435-4A0AA63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015EE-BACA-4CD9-9FFD-042FA8E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2151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2B9D2-8088-4D61-9F70-20E0DE85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VALOR PARA A EQUIPE DE DESENVOLVIMENTO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C4644-0525-41D8-8001-32451663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Uma plataforma que organiza evolução, integração e operação em torno do domínio.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D4D34-AFD1-438C-8140-0C1AB744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arquitetura permite ampliar fontes e módulos sem reescrever a experiência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F44F4-5F99-4F3C-A790-E9C7B1F5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475FF-A7CA-4826-8CE3-19D9561D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7FF4D-BCB8-47E4-AC91-4F5F922C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Zabbix continua sendo aproveitado como coletor e fonte de problemas.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8109-27C6-4CEB-BE27-44A7DC05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2F481-8E44-4174-A100-610F4933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47E1-AB63-4289-83B1-D32859D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Starlink, MikroTik e novos adaptadores entram por contratos normalizados.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766EB-491D-43BF-B91E-1DE713F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389DF-69DE-4873-A7DC-F1C24D1D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5E24-8B68-48F7-B2DB-48BDF35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Diagnóstico, saúde do agente, fila e sincronização são visíveis.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CC439-4852-451F-8CA4-8A337EF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2BBCA-F5B4-4096-B669-D4CDB6F9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Produto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2CCBA-9E22-490C-AA90-5870764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 dado técnico ganha unidade, impacto, histórico e responsabilidade.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55911-8782-46DC-A2EA-1612C19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É uma camada de produto: menor dependência de leitura manual e maior capacidade de escalar 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E0882-8A54-446E-8AC9-376FC126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9E756-C6E0-45CD-84F9-96E74CA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3007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39B4F-24E3-4FA8-9685-2C779D5C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PROPOSTA DE ENCAMINHAMENTO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C11D-88CE-4B14-88A7-5F614E7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Validar o HealthLink Sentinel como plataforma operacional em dois módulos.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7F9C5-776C-49A9-ADBF-3E770CD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decisão recomendada é evoluir sobre o Zabbix, com foco em contexto, links móveis e suporte.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F8293-D64B-40C2-B16F-B094C9BE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38DC5-471D-4C1C-986D-6D33EEC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DF688-A970-4608-A11B-EACF8C2A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1. Demonstrar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5B829-7BCB-44F0-8779-255087E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Fluxo completo: mapa → alerta → unidade → diagnóstico →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62DA4-B683-49BC-B146-96396824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6DB2D-EEFB-4A9F-BD5D-913ADA0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53339-AC1E-4D48-93AD-6702B09F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2. Priorizar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60D61-4F87-4595-B609-E26E4150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Fechar Fase 4 do centro operacional e consolidar gestão de usuários, auditoria e relatórios.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B0560-00AC-42FA-83CB-8E11C34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BF8A0-3287-4222-8BCF-85CCD29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52D62-EE0E-4C70-9742-EBD20047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3. Pilotar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A82FF-046C-4618-9CC3-92341A3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Selecionar unidades móveis e medir tempo de descoberta, diagnóstico e resolução.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66E09-C527-4BD2-A99C-E7F6AFC6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6D8"/>
                </a:solidFill>
              </a:defRPr>
            </a:pPr>
            <a:r>
              <a:rPr sz="1275" b="1">
                <a:solidFill>
                  <a:srgbClr val="39C6D8"/>
                </a:solidFill>
              </a:rPr>
              <a:t>Mensagem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558EA-873F-41F8-BFAC-69D77E6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6200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Zabbix coleta.</a:t>
            </a:r>
          </a:p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HealthLink Sentinel orienta a operação.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BE88A-4D68-48C2-BF19-F1A8902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C408D-3AED-4B68-BD3A-527B3DA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4807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CB0C0-B130-483A-A1A2-26999ED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AGENTE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1F949-E3EF-4C92-9F44-0BDACE7C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agente é a ponte segura entre a unidade móvel e o centro de comando.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B7B1F-BAE6-4458-9672-152B7DFC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Ele coleta dentro da rede local, normaliza os dados e mantém a operação resiliente mesmo com oscilações de conectividade.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7F61-3ECD-4655-ABB5-71624FF6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FA4F7-A4B5-4429-A3B5-81E14CF7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EE119-F2FF-4010-B465-8B4269C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5F3C5-31B5-4523-94BC-33F6EB85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REDE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DF3E4-E4C5-42DB-A162-FA78F25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D9048-5EDC-43AF-8D12-D41ACE96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762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E97DD-D2FD-4118-83A3-12CF52E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31F"/>
                </a:solidFill>
              </a:defRPr>
            </a:pPr>
            <a:r>
              <a:rPr sz="1350" b="1">
                <a:solidFill>
                  <a:srgbClr val="07131F"/>
                </a:solidFill>
              </a:rPr>
              <a:t>AGENTE HEALTHLINK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8DBFF-CF54-4759-AD37-AEC8BF1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2095500" cy="809625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consulta • valida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normaliza • enfileira</a:t>
            </a:r>
          </a:p>
          <a:p xmlns:a="http://schemas.openxmlformats.org/drawingml/2006/main">
            <a:pPr>
              <a:defRPr sz="1725" b="1">
                <a:solidFill>
                  <a:srgbClr val="07131F"/>
                </a:solidFill>
              </a:defRPr>
            </a:pPr>
            <a:r>
              <a:rPr sz="1725" b="1">
                <a:solidFill>
                  <a:srgbClr val="07131F"/>
                </a:solidFill>
              </a:rPr>
              <a:t>envia • confirma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03CB7-12D6-40E4-A226-06478A31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57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DCA04-4F37-4345-86BA-5B872592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CENTRO DE COMANDO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DE99D-FF64-468C-BC01-2EA29AF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estado • alerta</a:t>
            </a:r>
          </a:p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diagnóstico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3BC47-7921-45B0-AA26-E0C7B6B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781BA-005B-411C-89A0-B2E457E0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360EF-F1E5-464F-BBDD-B2140892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Resiliência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D0A04-F0D8-4156-9252-BAE847DE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28765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 e retry para não perder amostras quando a conexão oscila.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9205F-ECCF-4B64-967A-F5211F1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05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3063D-559A-42FA-9092-B83742F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53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BDC2C-1CDB-42B6-AF96-AF043D5A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958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Segurança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FD07B-E430-4ABE-80C8-0D20524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34025"/>
            <a:ext cx="28765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Identidade própria do agente, HTTPS/VPN e permissão mínima.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CE41B-F7D1-4475-AD05-7AB983B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05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88624-67A0-4E32-8BE1-8C70C62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53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FA325-2FB5-48A7-A9A4-8FD9509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958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B69C9-90AE-46E4-8AFD-6129F29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34025"/>
            <a:ext cx="28765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Saúde do coletor, última coleta e erro visíveis para o suporte.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1063B-FE18-4ADA-A2DF-52EE3DA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6DC8E-36CE-4DC0-90AB-0412679D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0968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ED5E2-50F6-44F4-B3FE-5C7EAA7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INTEGRAÇÃO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BE4D0-AFBF-4DE3-B893-20395F7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 unidade passa a ter visibilidade de conectividade, localização e condição da antena.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0950F-38A8-4692-9711-4E70803B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integração usa o agente local e a API gRPC da Starlink para trazer dados específicos que o monitoramento tradicional não explica sozinho.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1B7D1-75B4-44DB-8B1B-C6BE916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5BFBA-A638-4EC0-B382-9609251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6858F-847B-422E-A6D7-4E51F811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Já validado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4FB70-B9CD-425D-BBF7-CBB3152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Latência, perda, tráfego, uptime, estado da antena, localização, cobertura/serviço e obstrução quando expostos pelo equipamento.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8DFA8-274C-4EFF-B901-A1D1ED1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847C1-5313-4FF1-9B47-9213D3D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FB3BD-6ED6-4093-9830-7C68635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No suporte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2B1FC-750C-4111-8EF5-ADD24CC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Ver origem e idade da amostra, identificar agente sem comunicação, diferenciar antena, rota, MikroTik e Zabbix.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932B4-86EE-4AD6-9077-D4EBEC4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B5D9E-6EBC-4B90-A4B4-AA75B0FE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36907-A827-456F-B59C-92CF197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Próxima evolução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E5E96-3EE8-4137-9173-2C92DFC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2876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Ações remotas com autorização e auditoria: reiniciar equipamento, ajustar Wi‑Fi e aplicar configurações operacionais.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DB5BA-92DF-47F9-9BE6-AF44393E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6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BAC7"/>
                </a:solidFill>
              </a:defRPr>
            </a:pPr>
            <a:r>
              <a:rPr sz="1425" b="1">
                <a:solidFill>
                  <a:srgbClr val="A8BAC7"/>
                </a:solidFill>
              </a:rPr>
              <a:t>Comandos remotos devem ser habilitados por escopo, confirmação e trilha de auditoria; a disponibilidade depende dos métodos expostos pelo firmware.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EFFC7-3BBC-4BC1-85ED-0BF6125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0FEB6-FB41-4B2D-A02C-46E0C076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5009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85065-21A4-4B45-9147-69DFC2E5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BENEFÍCIOS PARA 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2F9FF-A10A-4103-A684-6CF3D232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ganho não é apenas enxergar o link: é reduzir o tempo entre o sintoma e a 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AB9E2-CF71-4AFF-AF4A-215DE38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plataforma conecta monitoramento, diagnóstico e suporte em um fluxo único.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45B4-9770-4D3D-8EF0-40198D2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CCA88-B013-4BEA-B581-CF353093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20B2D-0ECF-48E4-B62C-B7284AF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Detectar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C899C-304F-418F-B16C-CC1AAEF2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Queda, degradação, obstrução ou ausência de telemetria.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F67DD-E805-477D-929A-24F7FC3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D2802-6A72-43D7-8A22-C181B1E8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E865-0719-4FE2-A754-A29FECCE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D49A"/>
                </a:solidFill>
              </a:defRPr>
            </a:pPr>
            <a:r>
              <a:rPr sz="1350" b="1">
                <a:solidFill>
                  <a:srgbClr val="59D49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EAD29-87DB-46D1-A65B-64B8F39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Localizar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05998-C3E8-44B9-A0E2-5F193911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Unidade, antena, rota e equipamento afetado no mapa.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F013C-1A1C-4BF5-BC23-BC1657F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2B74E-3650-4444-9930-56E14C17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FE666-294E-4D45-AB7B-7869181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95B"/>
                </a:solidFill>
              </a:defRPr>
            </a:pPr>
            <a:r>
              <a:rPr sz="1350" b="1">
                <a:solidFill>
                  <a:srgbClr val="F6B95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4BE99-84A9-4F84-ABFD-17F45BC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Diagnosticar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AA7AD-FEDF-452C-8A75-4D3E3592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Ping, tracert, origem da métrica e histórico do link.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458EB-3D28-48CE-AE70-0CD3194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A026E-2703-48E6-8683-58A3B030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E27AE-2C2B-4755-9DEC-7851747B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571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D78"/>
                </a:solidFill>
              </a:defRPr>
            </a:pPr>
            <a:r>
              <a:rPr sz="1350" b="1">
                <a:solidFill>
                  <a:srgbClr val="F06D7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5C995-2D71-4EC0-A986-D0D0835C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385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700A0-057D-4FCA-B7B3-F26C8FB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20955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Orientar o suporte e, na evolução remota, executar comandos autorizados.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B660C-4F26-4EE9-8384-C2B8726E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C6D8"/>
                </a:solidFill>
              </a:defRPr>
            </a:pPr>
            <a:r>
              <a:rPr sz="1350" b="1">
                <a:solidFill>
                  <a:srgbClr val="39C6D8"/>
                </a:solidFill>
              </a:rPr>
              <a:t>Benefícios esperados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A25F5-F592-4034-986A-8B5162CD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Menos deslocamentos e tentativas manuais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Diagnóstico mais rápido e baseado em evidência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Histórico completo para suporte e gestão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• Escala para múltiplas unidades móveis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F00A9-7E70-412B-AF97-55DFA865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D15A1-E9C9-4176-9EA9-A1018CBA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2633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2026-08-18T13:59:03.5560000Z</dcterms:created>
  <dcterms:modified xsi:type="dcterms:W3CDTF">2026-08-18T13:59:03.5560000Z</dcterms:modified>
</coreProperties>
</file>